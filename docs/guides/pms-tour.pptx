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PMS as one place for buildings, renters, leases, billing, receipts, maintenance and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a landlord uses PMS in: set up once, then lease, bill and collect every month, and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Below the four figures: collections over six months, units by status, the five largest unpaid invoices and recent payments.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team can enter all of this for you during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or terminate a lease when it finishes; every change is kept in the lease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Invoices are created per period in a few clicks. Statuses: draft, unpaid, partial, paid, overdue, cancelled. Each downloads as a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Renters keep paying the way they do today; PMS records it and produces the receipt.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Renters who forget their password ask the landlord to resend the activation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758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Management System by BJP Technologies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your rentals from one place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tour of PMS for landlords, property managers and their teams.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6405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pms.bjptechnologies.co.tz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PMS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651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locations, properties and units, with rent, amenities and photos. Done once.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371600"/>
            <a:ext cx="19202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61488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61488" y="2651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renters and create leases. Print the contract as a PDF.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20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371600"/>
            <a:ext cx="19202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864608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and collect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64608" y="2651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invoices, record payments, and receipts go out automatically.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1920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371600"/>
            <a:ext cx="19202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67728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67728" y="2651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seven reports, maintenance and your own website.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workspace, on a computer or a phone, for you and your whole team.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6863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· BJP Technologies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0" y="46863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dashboard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of your units are rented.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048256"/>
            <a:ext cx="54864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4825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 this month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recorded against what was billed.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907792"/>
            <a:ext cx="54864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077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Outstanding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still owed on open invoices.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767328"/>
            <a:ext cx="54864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673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that is past its due date.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9664" y="1152144"/>
            <a:ext cx="4553712" cy="322631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PMS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188720"/>
            <a:ext cx="4480560" cy="315316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46863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· BJP Technologies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6863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ONCE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buildings and units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10896" cy="310896"/>
          </a:xfrm>
          <a:prstGeom prst="ellipse">
            <a:avLst/>
          </a:prstGeom>
          <a:solidFill>
            <a:srgbClr val="DCF1ED"/>
          </a:solidFill>
          <a:ln w="12700">
            <a:solidFill>
              <a:srgbClr val="DCF1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6112" y="115214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Region, district and ward.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DCF1ED"/>
          </a:solidFill>
          <a:ln w="12700">
            <a:solidFill>
              <a:srgbClr val="DCF1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97510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building or compound, with photos.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10896" cy="310896"/>
          </a:xfrm>
          <a:prstGeom prst="ellipse">
            <a:avLst/>
          </a:prstGeom>
          <a:solidFill>
            <a:srgbClr val="DCF1ED"/>
          </a:solidFill>
          <a:ln w="12700">
            <a:solidFill>
              <a:srgbClr val="DCF1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279806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Room, apartment, business frame, office, shop or warehouse, each with its rent and billing cycle.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3337560" cy="640080"/>
          </a:xfrm>
          <a:prstGeom prst="roundRect">
            <a:avLst>
              <a:gd name="adj" fmla="val 8571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03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Vacant units appear on your website automatically, with photos, rent and amenities.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9664" y="1152144"/>
            <a:ext cx="4553712" cy="3226139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0" descr="Adding a un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188720"/>
            <a:ext cx="4480560" cy="315298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46863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· BJP Technologies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0" y="46863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Renters and leases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10896" cy="310896"/>
          </a:xfrm>
          <a:prstGeom prst="ellipse">
            <a:avLst/>
          </a:prstGeom>
          <a:solidFill>
            <a:srgbClr val="DCF1ED"/>
          </a:solidFill>
          <a:ln w="12700">
            <a:solidFill>
              <a:srgbClr val="DCF1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6112" y="115214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renter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phone and email. The phone is their portal sign-in.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75104"/>
            <a:ext cx="310896" cy="310896"/>
          </a:xfrm>
          <a:prstGeom prst="ellipse">
            <a:avLst/>
          </a:prstGeom>
          <a:solidFill>
            <a:srgbClr val="DCF1ED"/>
          </a:solidFill>
          <a:ln w="12700">
            <a:solidFill>
              <a:srgbClr val="DCF1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93852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lease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steps: renter, unit, terms, confirm.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310896" cy="310896"/>
          </a:xfrm>
          <a:prstGeom prst="ellipse">
            <a:avLst/>
          </a:prstGeom>
          <a:solidFill>
            <a:srgbClr val="DCF1ED"/>
          </a:solidFill>
          <a:ln w="12700">
            <a:solidFill>
              <a:srgbClr val="DCF1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272491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it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 is marked occupied and the renter is invited to the portal.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47872"/>
            <a:ext cx="310896" cy="310896"/>
          </a:xfrm>
          <a:prstGeom prst="ellipse">
            <a:avLst/>
          </a:prstGeom>
          <a:solidFill>
            <a:srgbClr val="DCF1ED"/>
          </a:solidFill>
          <a:ln w="12700">
            <a:solidFill>
              <a:srgbClr val="DCF1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351129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the contract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lease as a PDF to sign.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9664" y="1152144"/>
            <a:ext cx="4553712" cy="3226139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0" descr="The leases 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188720"/>
            <a:ext cx="4480560" cy="315298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46863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· BJP Technologies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229600" y="46863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10896" cy="310896"/>
          </a:xfrm>
          <a:prstGeom prst="ellipse">
            <a:avLst/>
          </a:prstGeom>
          <a:solidFill>
            <a:srgbClr val="DCF1ED"/>
          </a:solidFill>
          <a:ln w="12700">
            <a:solidFill>
              <a:srgbClr val="DCF1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6112" y="115214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lease and period, add rent and any other charges.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75104"/>
            <a:ext cx="310896" cy="310896"/>
          </a:xfrm>
          <a:prstGeom prst="ellipse">
            <a:avLst/>
          </a:prstGeom>
          <a:solidFill>
            <a:srgbClr val="DCF1ED"/>
          </a:solidFill>
          <a:ln w="12700">
            <a:solidFill>
              <a:srgbClr val="DCF1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93852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draft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you can see it until it's issued.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310896" cy="310896"/>
          </a:xfrm>
          <a:prstGeom prst="ellipse">
            <a:avLst/>
          </a:prstGeom>
          <a:solidFill>
            <a:srgbClr val="DCF1ED"/>
          </a:solidFill>
          <a:ln w="12700">
            <a:solidFill>
              <a:srgbClr val="DCF1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272491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gets its number and the renter is emailed and sees it in the portal.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3337560" cy="640080"/>
          </a:xfrm>
          <a:prstGeom prst="roundRect">
            <a:avLst>
              <a:gd name="adj" fmla="val 8571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03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morning at 06:00 PMS marks late invoices as overdue and emails the renter a reminder.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9664" y="1152144"/>
            <a:ext cx="4553712" cy="3226139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0" descr="The invoices 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188720"/>
            <a:ext cx="4480560" cy="315298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46863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· BJP Technologies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0" y="46863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and receipts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10896" cy="310896"/>
          </a:xfrm>
          <a:prstGeom prst="ellipse">
            <a:avLst/>
          </a:prstGeom>
          <a:solidFill>
            <a:srgbClr val="DCF1ED"/>
          </a:solidFill>
          <a:ln w="12700">
            <a:solidFill>
              <a:srgbClr val="DCF1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6112" y="1152144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payment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Cash, bank transfer, mobile money, cheque or card. Part payments are fine.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10896" cy="310896"/>
          </a:xfrm>
          <a:prstGeom prst="ellipse">
            <a:avLst/>
          </a:prstGeom>
          <a:solidFill>
            <a:srgbClr val="DCF1ED"/>
          </a:solidFill>
          <a:ln w="12700">
            <a:solidFill>
              <a:srgbClr val="DCF1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020824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updates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invoice becomes partial or paid.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DCF1ED"/>
          </a:solidFill>
          <a:ln w="12700">
            <a:solidFill>
              <a:srgbClr val="DCF1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2889504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goes out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numbered PDF receipt is emailed to the renter automatically.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69664" y="1152144"/>
            <a:ext cx="4553712" cy="322723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Recording a pay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188720"/>
            <a:ext cx="4480560" cy="315407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46863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· BJP Technologies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29600" y="46863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requests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337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Renters report problems from their phone, with photos.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owner, managers and maintenance staff are notified straight away.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Start when work begins and Complete when it's done; the renter sees each step.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on each request keep a record of what was done.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69664" y="1152144"/>
            <a:ext cx="4553712" cy="3226139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Maintenance reques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188720"/>
            <a:ext cx="4480560" cy="31529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6863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· BJP Technologies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0" y="46863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website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337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Home, About, Units, News and Contact pages under your name.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Vacant units are listed automatically, with search and filters.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from the contact form land in your inbox.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announcements, such as new units or a water cut.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69664" y="1152144"/>
            <a:ext cx="4553712" cy="322554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A client website listing vacant un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188720"/>
            <a:ext cx="4480560" cy="31523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6863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· BJP Technologies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0" y="46863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reports, ready to download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71016"/>
            <a:ext cx="10972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rent collection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73352"/>
            <a:ext cx="10972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91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Outstanding rent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10972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478024"/>
            <a:ext cx="10972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income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10972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98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10972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summary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685032"/>
            <a:ext cx="10972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Renter payment history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downloads as Excel or PDF.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9664" y="1152144"/>
            <a:ext cx="4553712" cy="3226139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0" descr="Outstanding rent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188720"/>
            <a:ext cx="4480560" cy="315298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46863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· BJP Technologies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229600" y="46863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team, with the right access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005840"/>
          </a:xfrm>
          <a:prstGeom prst="rect">
            <a:avLst/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344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Everything, including the team, settings and plan.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023360" cy="1005840"/>
          </a:xfrm>
          <a:prstGeom prst="rect">
            <a:avLst/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234440"/>
            <a:ext cx="64008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2344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Day-to-day running: renters, leases, billing and maintenance.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4023360" cy="1005840"/>
          </a:xfrm>
          <a:prstGeom prst="rect">
            <a:avLst/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23160"/>
            <a:ext cx="64008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231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Accountant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Invoices, payments, expenses and reports.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2423160"/>
            <a:ext cx="4023360" cy="1005840"/>
          </a:xfrm>
          <a:prstGeom prst="rect">
            <a:avLst/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423160"/>
            <a:ext cx="64008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4231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staff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requests, from report to done.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staff by email; each one sets their own password. On the Pro plan, the owner can fine-tune what each role may do.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863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· BJP Technologies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46863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RENTERS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portal on their phone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their phone number; nothing to install.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rent due, what they owe and their lease.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every receipt.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problems with photos and follow progress.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794760" y="1143000"/>
            <a:ext cx="1664208" cy="3236976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D5E0DE"/>
            </a:solidFill>
            <a:prstDash val="solid"/>
          </a:ln>
        </p:spPr>
      </p:sp>
      <p:pic>
        <p:nvPicPr>
          <p:cNvPr id="6" name="Image 0" descr="21-portal-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188720"/>
            <a:ext cx="1572768" cy="3145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77256" y="1143000"/>
            <a:ext cx="1664208" cy="3236976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D5E0DE"/>
            </a:solidFill>
            <a:prstDash val="solid"/>
          </a:ln>
        </p:spPr>
      </p:sp>
      <p:pic>
        <p:nvPicPr>
          <p:cNvPr id="8" name="Image 1" descr="22-portal-invoic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976" y="1188720"/>
            <a:ext cx="1572768" cy="31455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59752" y="1143000"/>
            <a:ext cx="1664208" cy="3236976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D5E0DE"/>
            </a:solidFill>
            <a:prstDash val="solid"/>
          </a:ln>
        </p:spPr>
      </p:sp>
      <p:pic>
        <p:nvPicPr>
          <p:cNvPr id="10" name="Image 2" descr="23-portal-maintenan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188720"/>
            <a:ext cx="1572768" cy="31455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46863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· BJP Technologies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229600" y="46863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plan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plan starts with a free trial of 30 days.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set you 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us your properties, units and renters; our team enters them.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your team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and training are free.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28016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invoices, record payments and send receipts from day one.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and prices: pms.bjptechnologies.co.tz/#pricing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863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· BJP Technologies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6863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758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Management System by BJP Technologies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394960" y="160020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0B4F4A"/>
          </a:solidFill>
          <a:ln w="12700">
            <a:solidFill>
              <a:srgbClr val="7DD8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17830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trial of 30 days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setup and training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entered for you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features built on request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us to start your free trial.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+255 764 764 011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info@bjptechnologies.co.tz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pms.bjptechnologies.co.tz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BJP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PMS: a short tour</dc:title>
  <dc:subject>PptxGenJS Presentation</dc:subject>
  <dc:creator>BJP Technologies</dc:creator>
  <cp:lastModifiedBy>BJP Technologies</cp:lastModifiedBy>
  <cp:revision>1</cp:revision>
  <dcterms:created xsi:type="dcterms:W3CDTF">2026-10-15T14:34:51Z</dcterms:created>
  <dcterms:modified xsi:type="dcterms:W3CDTF">2026-10-15T14:34:51Z</dcterms:modified>
</cp:coreProperties>
</file>